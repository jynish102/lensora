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 autoCompressPictures="0">
  <p:sldMasterIdLst>
    <p:sldMasterId id="2147483648" r:id="rId4"/>
  </p:sldMasterIdLst>
  <p:notesMasterIdLst>
    <p:notesMasterId r:id="rId25"/>
  </p:notesMasterIdLst>
  <p:handoutMasterIdLst>
    <p:handoutMasterId r:id="rId26"/>
  </p:handoutMasterIdLst>
  <p:sldIdLst>
    <p:sldId id="282" r:id="rId5"/>
    <p:sldId id="292" r:id="rId6"/>
    <p:sldId id="297" r:id="rId7"/>
    <p:sldId id="283" r:id="rId8"/>
    <p:sldId id="298" r:id="rId9"/>
    <p:sldId id="284" r:id="rId10"/>
    <p:sldId id="301" r:id="rId11"/>
    <p:sldId id="302" r:id="rId12"/>
    <p:sldId id="303" r:id="rId13"/>
    <p:sldId id="304" r:id="rId14"/>
    <p:sldId id="305" r:id="rId15"/>
    <p:sldId id="306" r:id="rId16"/>
    <p:sldId id="307" r:id="rId17"/>
    <p:sldId id="294" r:id="rId18"/>
    <p:sldId id="285" r:id="rId19"/>
    <p:sldId id="300" r:id="rId20"/>
    <p:sldId id="308" r:id="rId21"/>
    <p:sldId id="296" r:id="rId22"/>
    <p:sldId id="299" r:id="rId23"/>
    <p:sldId id="256" r:id="rId2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EC20E35-A176-4012-BC5E-935CFFF8708E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294" autoAdjust="0"/>
    <p:restoredTop sz="94574" autoAdjust="0"/>
  </p:normalViewPr>
  <p:slideViewPr>
    <p:cSldViewPr snapToGrid="0">
      <p:cViewPr varScale="1">
        <p:scale>
          <a:sx n="76" d="100"/>
          <a:sy n="76" d="100"/>
        </p:scale>
        <p:origin x="324" y="84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handoutMaster" Target="handoutMasters/handoutMaster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2/26/2026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2/26/2026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Oval 14">
            <a:extLst>
              <a:ext uri="{FF2B5EF4-FFF2-40B4-BE49-F238E27FC236}">
                <a16:creationId xmlns="" xmlns:a16="http://schemas.microsoft.com/office/drawing/2014/main" id="{901FAF19-EC05-4368-9C23-D1307429BBA4}"/>
              </a:ext>
            </a:extLst>
          </p:cNvPr>
          <p:cNvSpPr/>
          <p:nvPr userDrawn="1"/>
        </p:nvSpPr>
        <p:spPr>
          <a:xfrm>
            <a:off x="8266176" y="4754879"/>
            <a:ext cx="2450592" cy="1664327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E6296D70-8C54-475E-8440-66769A72C583}"/>
              </a:ext>
            </a:extLst>
          </p:cNvPr>
          <p:cNvSpPr/>
          <p:nvPr userDrawn="1"/>
        </p:nvSpPr>
        <p:spPr>
          <a:xfrm>
            <a:off x="11832336" y="1097280"/>
            <a:ext cx="144000" cy="5321927"/>
          </a:xfrm>
          <a:prstGeom prst="rect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59999"/>
            <a:ext cx="4416588" cy="5321927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5681926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334038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="" xmlns:a16="http://schemas.microsoft.com/office/drawing/2014/main" id="{F6E7EBFD-F776-4FA5-B67B-AEAB104C7125}"/>
              </a:ext>
            </a:extLst>
          </p:cNvPr>
          <p:cNvSpPr/>
          <p:nvPr userDrawn="1"/>
        </p:nvSpPr>
        <p:spPr>
          <a:xfrm>
            <a:off x="8418576" y="4907280"/>
            <a:ext cx="1554480" cy="1103376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rIns="1764000" anchor="ctr"/>
          <a:lstStyle>
            <a:lvl1pPr marL="0" indent="0" algn="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79100" y="804500"/>
            <a:ext cx="4416588" cy="381871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9099" y="4623212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="" xmlns:a16="http://schemas.microsoft.com/office/drawing/2014/main" id="{6901C03F-F087-4546-A9C3-5B5B81E3BD7B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920514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="" xmlns:a16="http://schemas.microsoft.com/office/drawing/2014/main" id="{1AB7A8BA-0531-4A37-BB60-9E1CA4764B40}"/>
              </a:ext>
            </a:extLst>
          </p:cNvPr>
          <p:cNvSpPr/>
          <p:nvPr userDrawn="1"/>
        </p:nvSpPr>
        <p:spPr>
          <a:xfrm>
            <a:off x="1450848" y="653845"/>
            <a:ext cx="2657856" cy="2450592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060155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026815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Oval 10">
            <a:extLst>
              <a:ext uri="{FF2B5EF4-FFF2-40B4-BE49-F238E27FC236}">
                <a16:creationId xmlns="" xmlns:a16="http://schemas.microsoft.com/office/drawing/2014/main" id="{FE842FA8-E742-4FD8-BFA1-7B8A13828E76}"/>
              </a:ext>
            </a:extLst>
          </p:cNvPr>
          <p:cNvSpPr/>
          <p:nvPr userDrawn="1"/>
        </p:nvSpPr>
        <p:spPr>
          <a:xfrm>
            <a:off x="8418576" y="49072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="" xmlns:a16="http://schemas.microsoft.com/office/drawing/2014/main" id="{23F5D8CC-DBBC-4E65-A552-C98514F1E2F9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769100" y="144000"/>
            <a:ext cx="5280100" cy="6048000"/>
          </a:xfrm>
          <a:solidFill>
            <a:schemeClr val="tx1"/>
          </a:solidFill>
        </p:spPr>
        <p:txBody>
          <a:bodyPr lIns="0" tIns="18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93000" y="2438399"/>
            <a:ext cx="38362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432000" tIns="432000" rIns="72000" bIns="1188000" anchor="t"/>
          <a:lstStyle>
            <a:lvl1pPr algn="l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47000" y="4465176"/>
            <a:ext cx="3372329" cy="7749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lIns="180000" tIns="144000" rIns="0"/>
          <a:lstStyle>
            <a:lvl1pPr marL="0" indent="0" algn="l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23D3924F-A5EC-4141-A191-1A110C406A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432000" y="2438399"/>
            <a:ext cx="5472000" cy="3044400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457081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Oval 12">
            <a:extLst>
              <a:ext uri="{FF2B5EF4-FFF2-40B4-BE49-F238E27FC236}">
                <a16:creationId xmlns="" xmlns:a16="http://schemas.microsoft.com/office/drawing/2014/main" id="{34827DBE-7690-48BE-8673-ABB67E101D80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5280100" cy="6060155"/>
          </a:xfrm>
          <a:solidFill>
            <a:schemeClr val="tx1"/>
          </a:solidFill>
        </p:spPr>
        <p:txBody>
          <a:bodyPr lIns="0" tIns="1440000" rIns="0" anchor="t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23D3924F-A5EC-4141-A191-1A110C406AF7}"/>
              </a:ext>
            </a:extLst>
          </p:cNvPr>
          <p:cNvSpPr>
            <a:spLocks noGrp="1"/>
          </p:cNvSpPr>
          <p:nvPr>
            <p:ph sz="half" idx="15"/>
          </p:nvPr>
        </p:nvSpPr>
        <p:spPr>
          <a:xfrm>
            <a:off x="6096000" y="3263899"/>
            <a:ext cx="5472000" cy="2442088"/>
          </a:xfrm>
        </p:spPr>
        <p:txBody>
          <a:bodyPr anchor="b"/>
          <a:lstStyle>
            <a:lvl1pPr>
              <a:defRPr>
                <a:solidFill>
                  <a:schemeClr val="bg1"/>
                </a:solidFill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="" xmlns:a16="http://schemas.microsoft.com/office/drawing/2014/main" id="{499E1708-B7A6-4D6F-9968-5398B335FA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5601" y="4889912"/>
            <a:ext cx="4840085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775291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val 7">
            <a:extLst>
              <a:ext uri="{FF2B5EF4-FFF2-40B4-BE49-F238E27FC236}">
                <a16:creationId xmlns="" xmlns:a16="http://schemas.microsoft.com/office/drawing/2014/main" id="{EDE35ADD-8A62-4F35-950B-EA0CC678DE64}"/>
              </a:ext>
            </a:extLst>
          </p:cNvPr>
          <p:cNvSpPr/>
          <p:nvPr userDrawn="1"/>
        </p:nvSpPr>
        <p:spPr>
          <a:xfrm>
            <a:off x="8266176" y="4754880"/>
            <a:ext cx="274320" cy="292608"/>
          </a:xfrm>
          <a:prstGeom prst="ellipse">
            <a:avLst/>
          </a:prstGeom>
          <a:noFill/>
          <a:ln>
            <a:noFill/>
          </a:ln>
        </p:spPr>
        <p:txBody>
          <a:bodyPr vert="horz" lIns="72000" tIns="180000" rIns="180000" bIns="0" rtlCol="0" anchor="t">
            <a:noAutofit/>
          </a:bodyPr>
          <a:lstStyle/>
          <a:p>
            <a:pPr algn="r">
              <a:lnSpc>
                <a:spcPts val="4700"/>
              </a:lnSpc>
              <a:spcBef>
                <a:spcPct val="0"/>
              </a:spcBef>
            </a:pPr>
            <a:endParaRPr lang="en-US" sz="4500" noProof="0" dirty="0">
              <a:solidFill>
                <a:schemeClr val="bg1"/>
              </a:solidFill>
              <a:latin typeface="Rockwell" panose="02060603020205020403" pitchFamily="18" charset="0"/>
              <a:ea typeface="+mj-ea"/>
              <a:cs typeface="+mj-cs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10727B06-56A8-44A2-B6C2-9ED183D107F3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67DBAC9A-28A2-405B-8B7E-9BE425F51354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31999" y="1512000"/>
            <a:ext cx="11339999" cy="437752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936715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E4633398-8EC3-417B-BEA6-101D8F224678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mparison Left Placeholder 1">
            <a:extLst>
              <a:ext uri="{FF2B5EF4-FFF2-40B4-BE49-F238E27FC236}">
                <a16:creationId xmlns="" xmlns:a16="http://schemas.microsoft.com/office/drawing/2014/main" id="{9322B50D-6A7D-41C6-BA57-613BC231DF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5834"/>
            <a:ext cx="5472000" cy="360000"/>
          </a:xfrm>
        </p:spPr>
        <p:txBody>
          <a:bodyPr anchor="t"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9FD584DA-F775-47B8-A1D7-6556AD5FC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2023668"/>
            <a:ext cx="5472000" cy="4168332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mparison Left Placeholder 2">
            <a:extLst>
              <a:ext uri="{FF2B5EF4-FFF2-40B4-BE49-F238E27FC236}">
                <a16:creationId xmlns="" xmlns:a16="http://schemas.microsoft.com/office/drawing/2014/main" id="{78A963F8-6F6E-440E-B3B3-DDE13C083A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00000" y="1516359"/>
            <a:ext cx="5472000" cy="358775"/>
          </a:xfrm>
        </p:spPr>
        <p:txBody>
          <a:bodyPr/>
          <a:lstStyle>
            <a:lvl1pPr marL="0" indent="0">
              <a:buNone/>
              <a:defRPr sz="2400" b="0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="" xmlns:a16="http://schemas.microsoft.com/office/drawing/2014/main" id="{DF0A5256-B267-47DA-858A-0F3867CB613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299887" y="2020359"/>
            <a:ext cx="5472113" cy="417089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646B8F99-FAB0-4B33-87ED-9FF46D11A907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8E8FD215-79E5-48E4-95DB-2C5E5A1F8E8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DF905B34-4C18-4A8D-8167-57B7BF03DE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509955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rge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6">
            <a:extLst>
              <a:ext uri="{FF2B5EF4-FFF2-40B4-BE49-F238E27FC236}">
                <a16:creationId xmlns="" xmlns:a16="http://schemas.microsoft.com/office/drawing/2014/main" id="{FDA3C530-12F9-48FC-BC5E-D34BDC504BC6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4000" y="143999"/>
            <a:ext cx="11905200" cy="6047999"/>
          </a:xfrm>
          <a:solidFill>
            <a:schemeClr val="tx1"/>
          </a:solidFill>
        </p:spPr>
        <p:txBody>
          <a:bodyPr lIns="0" rIns="0" anchor="ctr"/>
          <a:lstStyle>
            <a:lvl1pPr marL="0" indent="0" algn="ctr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22238F2-C6EC-476F-8371-119AECBA5622}"/>
              </a:ext>
            </a:extLst>
          </p:cNvPr>
          <p:cNvSpPr>
            <a:spLocks noGrp="1"/>
          </p:cNvSpPr>
          <p:nvPr>
            <p:ph sz="half" idx="1" hasCustomPrompt="1"/>
          </p:nvPr>
        </p:nvSpPr>
        <p:spPr>
          <a:xfrm>
            <a:off x="664900" y="4910452"/>
            <a:ext cx="4101900" cy="773546"/>
          </a:xfrm>
          <a:solidFill>
            <a:schemeClr val="bg1">
              <a:lumMod val="95000"/>
            </a:schemeClr>
          </a:solidFill>
        </p:spPr>
        <p:txBody>
          <a:bodyPr lIns="180000" tIns="72000" rIns="180000" anchor="t"/>
          <a:lstStyle>
            <a:lvl1pPr marL="0" indent="0">
              <a:buNone/>
              <a:defRPr>
                <a:solidFill>
                  <a:schemeClr val="tx1"/>
                </a:solidFill>
                <a:latin typeface="+mj-lt"/>
              </a:defRPr>
            </a:lvl1pPr>
            <a:lvl2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 noProof="0"/>
              <a:t>Enter your caption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="" xmlns:a16="http://schemas.microsoft.com/office/drawing/2014/main" id="{3EC14527-4DF5-4A98-AE66-C80F3B8E6D2E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Title 4">
            <a:extLst>
              <a:ext uri="{FF2B5EF4-FFF2-40B4-BE49-F238E27FC236}">
                <a16:creationId xmlns="" xmlns:a16="http://schemas.microsoft.com/office/drawing/2014/main" id="{AB05C513-FBE3-4BA7-9084-69899356E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987784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1">
            <a:extLst>
              <a:ext uri="{FF2B5EF4-FFF2-40B4-BE49-F238E27FC236}">
                <a16:creationId xmlns="" xmlns:a16="http://schemas.microsoft.com/office/drawing/2014/main" id="{837F9836-5B23-424D-8C60-AC02A8512A4B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44000" y="144000"/>
            <a:ext cx="11905200" cy="6570000"/>
          </a:xfrm>
          <a:solidFill>
            <a:schemeClr val="tx1"/>
          </a:solidFill>
        </p:spPr>
        <p:txBody>
          <a:bodyPr lIns="1764000" rIns="0" anchor="ctr"/>
          <a:lstStyle>
            <a:lvl1pPr marL="0" indent="0" algn="l">
              <a:buNone/>
              <a:defRPr sz="1200" i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noProof="0" dirty="0"/>
              <a:t>Insert or Drag &amp; Drop your photo</a:t>
            </a:r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7415412" y="360000"/>
            <a:ext cx="4416588" cy="4716572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Thank You</a:t>
            </a:r>
          </a:p>
        </p:txBody>
      </p:sp>
      <p:sp>
        <p:nvSpPr>
          <p:cNvPr id="3" name="Text Placeholder 5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415413" y="5076572"/>
            <a:ext cx="4416587" cy="1421429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468000"/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/>
              <a:t>.</a:t>
            </a:r>
          </a:p>
        </p:txBody>
      </p:sp>
      <p:sp>
        <p:nvSpPr>
          <p:cNvPr id="20" name="Text Placeholder 6">
            <a:extLst>
              <a:ext uri="{FF2B5EF4-FFF2-40B4-BE49-F238E27FC236}">
                <a16:creationId xmlns="" xmlns:a16="http://schemas.microsoft.com/office/drawing/2014/main" id="{CEB7A85F-8707-4B62-B299-F53931B8617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7948708" y="5540135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Phone Number</a:t>
            </a:r>
          </a:p>
        </p:txBody>
      </p:sp>
      <p:sp>
        <p:nvSpPr>
          <p:cNvPr id="21" name="Text Placeholder 7">
            <a:extLst>
              <a:ext uri="{FF2B5EF4-FFF2-40B4-BE49-F238E27FC236}">
                <a16:creationId xmlns="" xmlns:a16="http://schemas.microsoft.com/office/drawing/2014/main" id="{BA4C7E3C-7C17-46E9-928A-D3D505EEAAE5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7948708" y="5809779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Email or Social Media Handle</a:t>
            </a:r>
          </a:p>
        </p:txBody>
      </p:sp>
      <p:sp>
        <p:nvSpPr>
          <p:cNvPr id="22" name="Text Placeholder 8">
            <a:extLst>
              <a:ext uri="{FF2B5EF4-FFF2-40B4-BE49-F238E27FC236}">
                <a16:creationId xmlns="" xmlns:a16="http://schemas.microsoft.com/office/drawing/2014/main" id="{6ADD6EB2-7D8E-4991-87A6-02723731EBE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7948708" y="6079423"/>
            <a:ext cx="3396887" cy="196707"/>
          </a:xfrm>
        </p:spPr>
        <p:txBody>
          <a:bodyPr/>
          <a:lstStyle>
            <a:lvl1pPr marL="0" indent="0" algn="r">
              <a:buNone/>
              <a:defRPr sz="1400"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Company Website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3" name="Text Placeholder 6">
            <a:extLst>
              <a:ext uri="{FF2B5EF4-FFF2-40B4-BE49-F238E27FC236}">
                <a16:creationId xmlns="" xmlns:a16="http://schemas.microsoft.com/office/drawing/2014/main" id="{94054031-2BEC-4DA9-90C3-616D2D61AB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943550" y="5233270"/>
            <a:ext cx="3396887" cy="196707"/>
          </a:xfrm>
        </p:spPr>
        <p:txBody>
          <a:bodyPr/>
          <a:lstStyle>
            <a:lvl1pPr marL="0" indent="0" algn="r">
              <a:buNone/>
              <a:defRPr sz="1800">
                <a:solidFill>
                  <a:schemeClr val="bg1"/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Full Name</a:t>
            </a:r>
          </a:p>
        </p:txBody>
      </p:sp>
    </p:spTree>
    <p:extLst>
      <p:ext uri="{BB962C8B-B14F-4D97-AF65-F5344CB8AC3E}">
        <p14:creationId xmlns:p14="http://schemas.microsoft.com/office/powerpoint/2010/main" val="1606844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E8FE0EB3-0FF4-4285-B9D3-90A5751B7BBF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7456F629-658F-4B7E-A1D1-2522EA76B0DD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35380A33-49FB-43FC-B60E-34A2E55563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8" name="Content Placeholder 2">
            <a:extLst>
              <a:ext uri="{FF2B5EF4-FFF2-40B4-BE49-F238E27FC236}">
                <a16:creationId xmlns="" xmlns:a16="http://schemas.microsoft.com/office/drawing/2014/main" id="{D0F16635-76F3-45F7-9385-A99504D2B90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431999" y="1008000"/>
            <a:ext cx="11339999" cy="488152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7345016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F449EF3-C757-4F43-906C-DE0FF6262B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="" xmlns:a16="http://schemas.microsoft.com/office/drawing/2014/main" id="{216924A5-8BD5-4AC6-84B9-2F1A4AF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9" name="Content Placeholder 3">
            <a:extLst>
              <a:ext uri="{FF2B5EF4-FFF2-40B4-BE49-F238E27FC236}">
                <a16:creationId xmlns="" xmlns:a16="http://schemas.microsoft.com/office/drawing/2014/main" id="{70C8E421-28C0-4976-A17C-22789B6F3B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199" y="1008000"/>
            <a:ext cx="5505225" cy="516896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7AFEAA85-DD59-4B9B-B080-3368277EF65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432000" y="1008000"/>
            <a:ext cx="5587800" cy="5168963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89155218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57847F90-9DB6-4832-9EB7-393AADAE8B70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FF449EF3-C757-4F43-906C-DE0FF6262B2F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7">
            <a:extLst>
              <a:ext uri="{FF2B5EF4-FFF2-40B4-BE49-F238E27FC236}">
                <a16:creationId xmlns="" xmlns:a16="http://schemas.microsoft.com/office/drawing/2014/main" id="{216924A5-8BD5-4AC6-84B9-2F1A4AFCF2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2" name="Text Placeholder 4">
            <a:extLst>
              <a:ext uri="{FF2B5EF4-FFF2-40B4-BE49-F238E27FC236}">
                <a16:creationId xmlns="" xmlns:a16="http://schemas.microsoft.com/office/drawing/2014/main" id="{1EAE3C73-B1A9-4A3B-8DD2-5A34920790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008000"/>
            <a:ext cx="559980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3" name="Content Placeholder 5">
            <a:extLst>
              <a:ext uri="{FF2B5EF4-FFF2-40B4-BE49-F238E27FC236}">
                <a16:creationId xmlns="" xmlns:a16="http://schemas.microsoft.com/office/drawing/2014/main" id="{53A52FEF-F917-4982-9855-43A0DF5DA66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1975912"/>
            <a:ext cx="5599800" cy="421375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4" name="Text Placeholder 2">
            <a:extLst>
              <a:ext uri="{FF2B5EF4-FFF2-40B4-BE49-F238E27FC236}">
                <a16:creationId xmlns="" xmlns:a16="http://schemas.microsoft.com/office/drawing/2014/main" id="{DC1CA8AB-B7BE-4C9F-9A0A-C849A35AA6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008000"/>
            <a:ext cx="5565575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  <p:sp>
        <p:nvSpPr>
          <p:cNvPr id="15" name="Content Placeholder 3">
            <a:extLst>
              <a:ext uri="{FF2B5EF4-FFF2-40B4-BE49-F238E27FC236}">
                <a16:creationId xmlns="" xmlns:a16="http://schemas.microsoft.com/office/drawing/2014/main" id="{7B0DF164-9487-4D3F-BA7D-E273D7F5A2F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32000" y="1975912"/>
            <a:ext cx="5565575" cy="4213751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330792164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2">
            <a:extLst>
              <a:ext uri="{FF2B5EF4-FFF2-40B4-BE49-F238E27FC236}">
                <a16:creationId xmlns="" xmlns:a16="http://schemas.microsoft.com/office/drawing/2014/main" id="{F94EB5D3-F8CB-4E76-8D7E-FF441818EEC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6D4BCA97-F31B-451D-82F8-6E000DF2118A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0817AAC4-A657-4D75-A527-0307AFF2B17B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684F2FFD-7164-411A-96A5-A5211A6CAD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10" name="Content Placeholder 2">
            <a:extLst>
              <a:ext uri="{FF2B5EF4-FFF2-40B4-BE49-F238E27FC236}">
                <a16:creationId xmlns="" xmlns:a16="http://schemas.microsoft.com/office/drawing/2014/main" id="{34E38C26-A932-4007-84B1-21C1D9744A76}"/>
              </a:ext>
            </a:extLst>
          </p:cNvPr>
          <p:cNvSpPr>
            <a:spLocks noGrp="1"/>
          </p:cNvSpPr>
          <p:nvPr>
            <p:ph idx="33"/>
          </p:nvPr>
        </p:nvSpPr>
        <p:spPr>
          <a:xfrm>
            <a:off x="430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2" name="Content Placeholder 2">
            <a:extLst>
              <a:ext uri="{FF2B5EF4-FFF2-40B4-BE49-F238E27FC236}">
                <a16:creationId xmlns="" xmlns:a16="http://schemas.microsoft.com/office/drawing/2014/main" id="{FA87EF18-D404-4A92-BE37-7AC9B7223D51}"/>
              </a:ext>
            </a:extLst>
          </p:cNvPr>
          <p:cNvSpPr>
            <a:spLocks noGrp="1"/>
          </p:cNvSpPr>
          <p:nvPr>
            <p:ph idx="34"/>
          </p:nvPr>
        </p:nvSpPr>
        <p:spPr>
          <a:xfrm>
            <a:off x="8172000" y="1512000"/>
            <a:ext cx="360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5438801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ubtitle 2">
            <a:extLst>
              <a:ext uri="{FF2B5EF4-FFF2-40B4-BE49-F238E27FC236}">
                <a16:creationId xmlns="" xmlns:a16="http://schemas.microsoft.com/office/drawing/2014/main" id="{9D7ACCB5-9A86-4F46-89E2-B79F48C9EC1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31800" y="1008000"/>
            <a:ext cx="11339513" cy="360000"/>
          </a:xfrm>
        </p:spPr>
        <p:txBody>
          <a:bodyPr/>
          <a:lstStyle>
            <a:lvl1pPr marL="0" indent="0">
              <a:buNone/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 marL="266700" indent="0">
              <a:buNone/>
              <a:defRPr/>
            </a:lvl2pPr>
            <a:lvl3pPr marL="542925" indent="0">
              <a:buNone/>
              <a:defRPr/>
            </a:lvl3pPr>
            <a:lvl4pPr marL="809625" indent="0">
              <a:buNone/>
              <a:defRPr/>
            </a:lvl4pPr>
            <a:lvl5pPr marL="1076325" indent="0">
              <a:buNone/>
              <a:defRPr/>
            </a:lvl5pPr>
          </a:lstStyle>
          <a:p>
            <a:pPr lvl="0"/>
            <a:r>
              <a:rPr lang="en-US" noProof="0"/>
              <a:t>Subtitle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B1948E38-8FB0-4E51-A01C-C88794372E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2000" y="1512000"/>
            <a:ext cx="2160000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1F5B3657-F2AE-455A-BF81-1A0C2ACECD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26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3" name="Text Placeholder 5">
            <a:extLst>
              <a:ext uri="{FF2B5EF4-FFF2-40B4-BE49-F238E27FC236}">
                <a16:creationId xmlns="" xmlns:a16="http://schemas.microsoft.com/office/drawing/2014/main" id="{6A983D98-E0AB-429A-9EC2-B50D4216D69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021412" y="1512000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5" name="Text Placeholder 6">
            <a:extLst>
              <a:ext uri="{FF2B5EF4-FFF2-40B4-BE49-F238E27FC236}">
                <a16:creationId xmlns="" xmlns:a16="http://schemas.microsoft.com/office/drawing/2014/main" id="{755213BF-EF6D-45DC-A01B-DE6C2F23A6D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7316412" y="1507535"/>
            <a:ext cx="2160588" cy="4679250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17" name="Text Placeholder 7">
            <a:extLst>
              <a:ext uri="{FF2B5EF4-FFF2-40B4-BE49-F238E27FC236}">
                <a16:creationId xmlns="" xmlns:a16="http://schemas.microsoft.com/office/drawing/2014/main" id="{77D6BBBA-F4A3-45D4-91BC-A405FFDC7C3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9611412" y="1507535"/>
            <a:ext cx="2160588" cy="4683715"/>
          </a:xfrm>
        </p:spPr>
        <p:txBody>
          <a:bodyPr/>
          <a:lstStyle>
            <a:lvl1pPr>
              <a:defRPr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>
                <a:solidFill>
                  <a:schemeClr val="bg1">
                    <a:lumMod val="75000"/>
                  </a:schemeClr>
                </a:solidFill>
              </a:defRPr>
            </a:lvl5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2D09234E-176D-4BBF-9391-7B6F018C51A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ED8B3FD9-234A-4B72-9A91-D7DD23D39CD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7" name="Title 6">
            <a:extLst>
              <a:ext uri="{FF2B5EF4-FFF2-40B4-BE49-F238E27FC236}">
                <a16:creationId xmlns="" xmlns:a16="http://schemas.microsoft.com/office/drawing/2014/main" id="{1FDBADDA-AF39-45A0-BBAB-A87608C0A8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9748372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DBE77267-9F51-4226-989C-ED57465596ED}"/>
              </a:ext>
            </a:extLst>
          </p:cNvPr>
          <p:cNvSpPr/>
          <p:nvPr userDrawn="1"/>
        </p:nvSpPr>
        <p:spPr>
          <a:xfrm>
            <a:off x="0" y="671400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0A2CC678-341F-44F8-AE2E-A6C84D75C56A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Rectangle 10">
            <a:extLst>
              <a:ext uri="{FF2B5EF4-FFF2-40B4-BE49-F238E27FC236}">
                <a16:creationId xmlns="" xmlns:a16="http://schemas.microsoft.com/office/drawing/2014/main" id="{A87A001A-FE8B-41CE-AC81-69D4A2339087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CB1416AC-94BD-4442-B771-E1ACAA70367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Freeform: Shape 12">
            <a:extLst>
              <a:ext uri="{FF2B5EF4-FFF2-40B4-BE49-F238E27FC236}">
                <a16:creationId xmlns="" xmlns:a16="http://schemas.microsoft.com/office/drawing/2014/main" id="{BDB31DC4-A207-4A23-8E7A-40D0ECD04FD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60000" y="359999"/>
            <a:ext cx="4416588" cy="5321927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presentation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5681926"/>
            <a:ext cx="4416587" cy="816075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624564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0F23EB7-E336-46EB-A4A0-3DB7A6BF4CE1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5943600" y="2438399"/>
            <a:ext cx="5385600" cy="3044399"/>
          </a:xfrm>
          <a:gradFill>
            <a:gsLst>
              <a:gs pos="83186">
                <a:schemeClr val="tx1"/>
              </a:gs>
              <a:gs pos="0">
                <a:schemeClr val="accent1">
                  <a:alpha val="50000"/>
                </a:schemeClr>
              </a:gs>
              <a:gs pos="46000">
                <a:schemeClr val="accent1">
                  <a:lumMod val="50000"/>
                  <a:alpha val="90000"/>
                </a:schemeClr>
              </a:gs>
            </a:gsLst>
            <a:lin ang="3600000" scaled="0"/>
          </a:gradFill>
        </p:spPr>
        <p:txBody>
          <a:bodyPr lIns="72000" tIns="180000" rIns="180000" bIns="0" anchor="t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Click to edit segue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C9980B88-3F4A-4688-9ED0-17EF37E62D9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48971" y="4479264"/>
            <a:ext cx="2851629" cy="749534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10800000" scaled="0"/>
            </a:gradFill>
          </a:ln>
        </p:spPr>
        <p:txBody>
          <a:bodyPr tIns="144000" rIns="180000"/>
          <a:lstStyle>
            <a:lvl1pPr marL="0" indent="0" algn="r">
              <a:buNone/>
              <a:defRPr sz="1800">
                <a:solidFill>
                  <a:schemeClr val="bg1">
                    <a:lumMod val="7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noProof="0" smtClean="0"/>
              <a:t>Click to edit Master subtitle style</a:t>
            </a:r>
            <a:endParaRPr lang="en-US" noProof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8758493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="" xmlns:a16="http://schemas.microsoft.com/office/drawing/2014/main" id="{4EF269EA-6AE9-449D-BE5A-03758EA88D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1" y="4889910"/>
            <a:ext cx="4840085" cy="816077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lIns="0" tIns="144000" rIns="91440" bIns="0" rtlCol="0">
            <a:noAutofit/>
          </a:bodyPr>
          <a:lstStyle>
            <a:lvl1pPr marL="0" indent="0" algn="r">
              <a:buNone/>
              <a:defRPr lang="en-US" baseline="0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266700" lvl="0" indent="-266700" algn="r"/>
            <a:r>
              <a:rPr lang="en-US" noProof="0" smtClean="0"/>
              <a:t>Click to edit Master text styles</a:t>
            </a:r>
          </a:p>
        </p:txBody>
      </p:sp>
      <p:sp>
        <p:nvSpPr>
          <p:cNvPr id="16" name="Content Placeholder 2">
            <a:extLst>
              <a:ext uri="{FF2B5EF4-FFF2-40B4-BE49-F238E27FC236}">
                <a16:creationId xmlns="" xmlns:a16="http://schemas.microsoft.com/office/drawing/2014/main" id="{A473F491-E8FD-4CBC-84E6-5139D5161A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5998" y="651641"/>
            <a:ext cx="5472001" cy="5054346"/>
          </a:xfrm>
        </p:spPr>
        <p:txBody>
          <a:bodyPr anchor="b" anchorCtr="0"/>
          <a:lstStyle>
            <a:lvl1pPr>
              <a:defRPr sz="2000">
                <a:solidFill>
                  <a:schemeClr val="bg1">
                    <a:lumMod val="75000"/>
                  </a:schemeClr>
                </a:solidFill>
              </a:defRPr>
            </a:lvl1pPr>
            <a:lvl2pPr>
              <a:defRPr sz="1800">
                <a:solidFill>
                  <a:schemeClr val="bg1">
                    <a:lumMod val="75000"/>
                  </a:schemeClr>
                </a:solidFill>
              </a:defRPr>
            </a:lvl2pPr>
            <a:lvl3pPr>
              <a:defRPr sz="1600">
                <a:solidFill>
                  <a:schemeClr val="bg1">
                    <a:lumMod val="75000"/>
                  </a:schemeClr>
                </a:solidFill>
              </a:defRPr>
            </a:lvl3pPr>
            <a:lvl4pPr>
              <a:defRPr sz="1400">
                <a:solidFill>
                  <a:schemeClr val="bg1">
                    <a:lumMod val="75000"/>
                  </a:schemeClr>
                </a:solidFill>
              </a:defRPr>
            </a:lvl4pPr>
            <a:lvl5pPr>
              <a:defRPr sz="1400">
                <a:solidFill>
                  <a:schemeClr val="bg1">
                    <a:lumMod val="75000"/>
                  </a:schemeClr>
                </a:solidFill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236788331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0CB24018-690B-4552-9994-3F090E16014A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="" xmlns:a16="http://schemas.microsoft.com/office/drawing/2014/main" id="{4D8B2323-066D-4AC1-9FC8-A06D7E8B581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F30A9B71-A789-4057-B729-15D78CF34E0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55601" y="3263898"/>
            <a:ext cx="4840085" cy="1626013"/>
          </a:xfrm>
          <a:gradFill>
            <a:gsLst>
              <a:gs pos="0">
                <a:schemeClr val="tx1">
                  <a:lumMod val="75000"/>
                  <a:lumOff val="25000"/>
                  <a:alpha val="70000"/>
                </a:schemeClr>
              </a:gs>
              <a:gs pos="80000">
                <a:schemeClr val="tx1"/>
              </a:gs>
            </a:gsLst>
            <a:lin ang="3600000" scaled="0"/>
          </a:gradFill>
        </p:spPr>
        <p:txBody>
          <a:bodyPr lIns="72000" rIns="180000" bIns="180000" anchor="b"/>
          <a:lstStyle>
            <a:lvl1pPr algn="r">
              <a:lnSpc>
                <a:spcPts val="4700"/>
              </a:lnSpc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noProof="0"/>
              <a:t>Slide Title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="" xmlns:a16="http://schemas.microsoft.com/office/drawing/2014/main" id="{AC12A5E3-4178-4927-9321-CCDE04B7D2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55601" y="4889911"/>
            <a:ext cx="4840085" cy="816076"/>
          </a:xfrm>
          <a:solidFill>
            <a:schemeClr val="tx1">
              <a:alpha val="80000"/>
            </a:schemeClr>
          </a:solidFill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 vert="horz" lIns="0" tIns="144000" rIns="91440" bIns="0" rtlCol="0">
            <a:noAutofit/>
          </a:bodyPr>
          <a:lstStyle>
            <a:lvl1pPr marL="0" indent="0" algn="r">
              <a:buNone/>
              <a:defRPr lang="en-US">
                <a:solidFill>
                  <a:schemeClr val="bg1">
                    <a:lumMod val="75000"/>
                  </a:schemeClr>
                </a:solidFill>
              </a:defRPr>
            </a:lvl1pPr>
          </a:lstStyle>
          <a:p>
            <a:pPr marL="266700" lvl="0" indent="-266700" algn="r"/>
            <a:r>
              <a:rPr lang="en-US" noProof="0" smtClean="0"/>
              <a:t>Click to edit Master text styles</a:t>
            </a:r>
          </a:p>
        </p:txBody>
      </p:sp>
      <p:sp>
        <p:nvSpPr>
          <p:cNvPr id="12" name="Picture Placeholder 2">
            <a:extLst>
              <a:ext uri="{FF2B5EF4-FFF2-40B4-BE49-F238E27FC236}">
                <a16:creationId xmlns="" xmlns:a16="http://schemas.microsoft.com/office/drawing/2014/main" id="{73C2D913-09CE-4035-84E6-3144961151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095997" y="651641"/>
            <a:ext cx="5472002" cy="50543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noProof="0" smtClean="0"/>
              <a:t>Click icon to add picture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6263140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</p:spTree>
    <p:extLst>
      <p:ext uri="{BB962C8B-B14F-4D97-AF65-F5344CB8AC3E}">
        <p14:creationId xmlns:p14="http://schemas.microsoft.com/office/powerpoint/2010/main" val="1505855276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>
            <a:extLst>
              <a:ext uri="{FF2B5EF4-FFF2-40B4-BE49-F238E27FC236}">
                <a16:creationId xmlns="" xmlns:a16="http://schemas.microsoft.com/office/drawing/2014/main" id="{08CCB8C2-B6A2-4C69-8D3A-57420A034BA4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="" xmlns:a16="http://schemas.microsoft.com/office/drawing/2014/main" id="{6387D291-05F0-4DD7-A728-945B6C9F2382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6" name="Title 5">
            <a:extLst>
              <a:ext uri="{FF2B5EF4-FFF2-40B4-BE49-F238E27FC236}">
                <a16:creationId xmlns="" xmlns:a16="http://schemas.microsoft.com/office/drawing/2014/main" id="{61A6105F-5309-4A56-AAF2-8D4A0477F0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smtClean="0"/>
              <a:t>Click to edit Master title style</a:t>
            </a:r>
            <a:endParaRPr lang="en-US" noProof="0"/>
          </a:p>
        </p:txBody>
      </p:sp>
      <p:sp>
        <p:nvSpPr>
          <p:cNvPr id="5" name="Text Placeholder 4">
            <a:extLst>
              <a:ext uri="{FF2B5EF4-FFF2-40B4-BE49-F238E27FC236}">
                <a16:creationId xmlns="" xmlns:a16="http://schemas.microsoft.com/office/drawing/2014/main" id="{DF9F7BF0-5084-45F6-AF52-A3013D439469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718816" y="2673350"/>
            <a:ext cx="6754368" cy="1511300"/>
          </a:xfrm>
        </p:spPr>
        <p:txBody>
          <a:bodyPr anchor="ctr"/>
          <a:lstStyle>
            <a:lvl1pPr marL="0" indent="0" algn="ctr">
              <a:buNone/>
              <a:defRPr sz="4000"/>
            </a:lvl1pPr>
            <a:lvl2pPr marL="266700" indent="0">
              <a:buNone/>
              <a:defRPr/>
            </a:lvl2pPr>
          </a:lstStyle>
          <a:p>
            <a:pPr lvl="0"/>
            <a:r>
              <a:rPr lang="en-US" noProof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39544396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="" xmlns:a16="http://schemas.microsoft.com/office/drawing/2014/main" id="{16D0504D-4610-4E9E-A2DB-8B701F044BBC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noProof="0" dirty="0"/>
              <a:t>Add a footer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="" xmlns:a16="http://schemas.microsoft.com/office/drawing/2014/main" id="{BDA9BE28-009E-4D88-9951-81B453F75A4E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139767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White">
      <p:bgPr>
        <a:solidFill>
          <a:schemeClr val="tx1">
            <a:lumMod val="95000"/>
            <a:lumOff val="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="" xmlns:a16="http://schemas.microsoft.com/office/drawing/2014/main" id="{C6726F2C-157B-477E-AD76-8F54126834C2}"/>
              </a:ext>
            </a:extLst>
          </p:cNvPr>
          <p:cNvSpPr/>
          <p:nvPr userDrawn="1"/>
        </p:nvSpPr>
        <p:spPr>
          <a:xfrm>
            <a:off x="0" y="6191250"/>
            <a:ext cx="12192000" cy="66675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21000">
                <a:schemeClr val="tx1">
                  <a:lumMod val="75000"/>
                  <a:lumOff val="2500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090F41A2-6535-4CA6-81E4-026A5B56D9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40000" cy="432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/>
          <a:p>
            <a:r>
              <a:rPr lang="en-US" noProof="0"/>
              <a:t>Click to edit page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="" xmlns:a16="http://schemas.microsoft.com/office/drawing/2014/main" id="{213AB95C-7DD4-4796-80E4-1B7466A2A0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32000" y="1512000"/>
            <a:ext cx="11340000" cy="4377523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  <a:endParaRPr lang="en-US" noProof="0"/>
          </a:p>
        </p:txBody>
      </p:sp>
      <p:sp>
        <p:nvSpPr>
          <p:cNvPr id="7" name="Rectangle 6">
            <a:extLst>
              <a:ext uri="{FF2B5EF4-FFF2-40B4-BE49-F238E27FC236}">
                <a16:creationId xmlns="" xmlns:a16="http://schemas.microsoft.com/office/drawing/2014/main" id="{474FB90F-5E6B-4508-96BB-939635D11AFF}"/>
              </a:ext>
            </a:extLst>
          </p:cNvPr>
          <p:cNvSpPr/>
          <p:nvPr userDrawn="1"/>
        </p:nvSpPr>
        <p:spPr>
          <a:xfrm>
            <a:off x="0" y="0"/>
            <a:ext cx="12192000" cy="144000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Rectangle 8">
            <a:extLst>
              <a:ext uri="{FF2B5EF4-FFF2-40B4-BE49-F238E27FC236}">
                <a16:creationId xmlns="" xmlns:a16="http://schemas.microsoft.com/office/drawing/2014/main" id="{774A1CB7-B157-440C-BA82-A62890EF3721}"/>
              </a:ext>
            </a:extLst>
          </p:cNvPr>
          <p:cNvSpPr/>
          <p:nvPr userDrawn="1"/>
        </p:nvSpPr>
        <p:spPr>
          <a:xfrm>
            <a:off x="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Rectangle 9">
            <a:extLst>
              <a:ext uri="{FF2B5EF4-FFF2-40B4-BE49-F238E27FC236}">
                <a16:creationId xmlns="" xmlns:a16="http://schemas.microsoft.com/office/drawing/2014/main" id="{EE5B1BAC-5CBE-4B0E-B0AA-1C05EBEE964E}"/>
              </a:ext>
            </a:extLst>
          </p:cNvPr>
          <p:cNvSpPr/>
          <p:nvPr userDrawn="1"/>
        </p:nvSpPr>
        <p:spPr>
          <a:xfrm>
            <a:off x="12048000" y="92074"/>
            <a:ext cx="144000" cy="6629401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72000">
                <a:schemeClr val="tx1">
                  <a:lumMod val="75000"/>
                  <a:lumOff val="25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8" name="Freeform: Shape 17">
            <a:extLst>
              <a:ext uri="{FF2B5EF4-FFF2-40B4-BE49-F238E27FC236}">
                <a16:creationId xmlns="" xmlns:a16="http://schemas.microsoft.com/office/drawing/2014/main" id="{168BD16A-5998-4CCA-B0F2-62F67B639AFD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36000 w 12192000"/>
              <a:gd name="connsiteY0" fmla="*/ 36000 h 6858000"/>
              <a:gd name="connsiteX1" fmla="*/ 36000 w 12192000"/>
              <a:gd name="connsiteY1" fmla="*/ 6822000 h 6858000"/>
              <a:gd name="connsiteX2" fmla="*/ 12156000 w 12192000"/>
              <a:gd name="connsiteY2" fmla="*/ 6822000 h 6858000"/>
              <a:gd name="connsiteX3" fmla="*/ 12156000 w 12192000"/>
              <a:gd name="connsiteY3" fmla="*/ 36000 h 6858000"/>
              <a:gd name="connsiteX4" fmla="*/ 0 w 12192000"/>
              <a:gd name="connsiteY4" fmla="*/ 0 h 6858000"/>
              <a:gd name="connsiteX5" fmla="*/ 36000 w 12192000"/>
              <a:gd name="connsiteY5" fmla="*/ 0 h 6858000"/>
              <a:gd name="connsiteX6" fmla="*/ 12156000 w 12192000"/>
              <a:gd name="connsiteY6" fmla="*/ 0 h 6858000"/>
              <a:gd name="connsiteX7" fmla="*/ 12192000 w 12192000"/>
              <a:gd name="connsiteY7" fmla="*/ 0 h 6858000"/>
              <a:gd name="connsiteX8" fmla="*/ 12192000 w 12192000"/>
              <a:gd name="connsiteY8" fmla="*/ 36000 h 6858000"/>
              <a:gd name="connsiteX9" fmla="*/ 12192000 w 12192000"/>
              <a:gd name="connsiteY9" fmla="*/ 6822000 h 6858000"/>
              <a:gd name="connsiteX10" fmla="*/ 12192000 w 12192000"/>
              <a:gd name="connsiteY10" fmla="*/ 6858000 h 6858000"/>
              <a:gd name="connsiteX11" fmla="*/ 12156000 w 12192000"/>
              <a:gd name="connsiteY11" fmla="*/ 6858000 h 6858000"/>
              <a:gd name="connsiteX12" fmla="*/ 36000 w 12192000"/>
              <a:gd name="connsiteY12" fmla="*/ 6858000 h 6858000"/>
              <a:gd name="connsiteX13" fmla="*/ 0 w 12192000"/>
              <a:gd name="connsiteY13" fmla="*/ 6858000 h 6858000"/>
              <a:gd name="connsiteX14" fmla="*/ 0 w 12192000"/>
              <a:gd name="connsiteY14" fmla="*/ 6822000 h 6858000"/>
              <a:gd name="connsiteX15" fmla="*/ 0 w 12192000"/>
              <a:gd name="connsiteY15" fmla="*/ 36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12192000" h="6858000">
                <a:moveTo>
                  <a:pt x="36000" y="36000"/>
                </a:moveTo>
                <a:lnTo>
                  <a:pt x="36000" y="6822000"/>
                </a:lnTo>
                <a:lnTo>
                  <a:pt x="12156000" y="6822000"/>
                </a:lnTo>
                <a:lnTo>
                  <a:pt x="12156000" y="36000"/>
                </a:lnTo>
                <a:close/>
                <a:moveTo>
                  <a:pt x="0" y="0"/>
                </a:moveTo>
                <a:lnTo>
                  <a:pt x="36000" y="0"/>
                </a:lnTo>
                <a:lnTo>
                  <a:pt x="12156000" y="0"/>
                </a:lnTo>
                <a:lnTo>
                  <a:pt x="12192000" y="0"/>
                </a:lnTo>
                <a:lnTo>
                  <a:pt x="12192000" y="36000"/>
                </a:lnTo>
                <a:lnTo>
                  <a:pt x="12192000" y="6822000"/>
                </a:lnTo>
                <a:lnTo>
                  <a:pt x="12192000" y="6858000"/>
                </a:lnTo>
                <a:lnTo>
                  <a:pt x="12156000" y="6858000"/>
                </a:lnTo>
                <a:lnTo>
                  <a:pt x="36000" y="6858000"/>
                </a:lnTo>
                <a:lnTo>
                  <a:pt x="0" y="6858000"/>
                </a:lnTo>
                <a:lnTo>
                  <a:pt x="0" y="6822000"/>
                </a:lnTo>
                <a:lnTo>
                  <a:pt x="0" y="36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noProof="0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5ECA3099-A94F-4C3E-BC29-780EDD38F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77425" y="6322399"/>
            <a:ext cx="370575" cy="365125"/>
          </a:xfrm>
          <a:prstGeom prst="rect">
            <a:avLst/>
          </a:prstGeom>
          <a:noFill/>
          <a:ln>
            <a:solidFill>
              <a:schemeClr val="accent1"/>
            </a:solidFill>
          </a:ln>
          <a:effectLst>
            <a:glow rad="63500">
              <a:schemeClr val="accent1">
                <a:satMod val="175000"/>
                <a:alpha val="40000"/>
              </a:schemeClr>
            </a:glow>
          </a:effectLst>
        </p:spPr>
        <p:txBody>
          <a:bodyPr vert="horz" lIns="0" tIns="0" rIns="0" bIns="0" rtlCol="0"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fld id="{19B51A1E-902D-48AF-9020-955120F399B6}" type="slidenum">
              <a:rPr lang="en-US" noProof="0" smtClean="0"/>
              <a:pPr/>
              <a:t>‹#›</a:t>
            </a:fld>
            <a:endParaRPr lang="en-US" noProof="0" dirty="0"/>
          </a:p>
        </p:txBody>
      </p:sp>
      <p:sp>
        <p:nvSpPr>
          <p:cNvPr id="5" name="Footer Placeholder 4">
            <a:extLst>
              <a:ext uri="{FF2B5EF4-FFF2-40B4-BE49-F238E27FC236}">
                <a16:creationId xmlns="" xmlns:a16="http://schemas.microsoft.com/office/drawing/2014/main" id="{58879C91-B77F-4273-9A27-A3535FB889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44000" y="6322399"/>
            <a:ext cx="4114800" cy="365125"/>
          </a:xfrm>
          <a:prstGeom prst="rect">
            <a:avLst/>
          </a:prstGeom>
        </p:spPr>
        <p:txBody>
          <a:bodyPr vert="horz" lIns="0" tIns="0" rIns="0" bIns="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r>
              <a:rPr lang="en-US" noProof="0" dirty="0"/>
              <a:t>Add a footer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B3839907-C37E-4F37-B9BB-92B4A49360E6}"/>
              </a:ext>
            </a:extLst>
          </p:cNvPr>
          <p:cNvSpPr txBox="1"/>
          <p:nvPr userDrawn="1"/>
        </p:nvSpPr>
        <p:spPr>
          <a:xfrm>
            <a:off x="10194026" y="6258973"/>
            <a:ext cx="1577974" cy="427535"/>
          </a:xfrm>
          <a:prstGeom prst="rect">
            <a:avLst/>
          </a:prstGeom>
          <a:noFill/>
        </p:spPr>
        <p:txBody>
          <a:bodyPr wrap="square" lIns="0" tIns="144000" rIns="0" bIns="0" rtlCol="0">
            <a:spAutoFit/>
          </a:bodyPr>
          <a:lstStyle/>
          <a:p>
            <a:pPr algn="ctr">
              <a:lnSpc>
                <a:spcPts val="1100"/>
              </a:lnSpc>
            </a:pPr>
            <a:r>
              <a:rPr lang="en-US" sz="2000" b="1" spc="0" baseline="0" noProof="0" dirty="0">
                <a:solidFill>
                  <a:schemeClr val="bg1"/>
                </a:solidFill>
                <a:latin typeface="+mj-lt"/>
                <a:cs typeface="Times New Roman" panose="02020603050405020304" pitchFamily="18" charset="0"/>
              </a:rPr>
              <a:t>Contoso</a:t>
            </a:r>
            <a:r>
              <a:rPr lang="en-US" sz="2000" b="1" spc="0" baseline="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en-US" sz="2000" b="1" spc="0" baseline="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100" b="0" i="1" spc="600" baseline="0" noProof="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Suites</a:t>
            </a:r>
          </a:p>
        </p:txBody>
      </p:sp>
    </p:spTree>
    <p:extLst>
      <p:ext uri="{BB962C8B-B14F-4D97-AF65-F5344CB8AC3E}">
        <p14:creationId xmlns:p14="http://schemas.microsoft.com/office/powerpoint/2010/main" val="9461632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2" r:id="rId2"/>
    <p:sldLayoutId id="2147483663" r:id="rId3"/>
    <p:sldLayoutId id="2147483665" r:id="rId4"/>
    <p:sldLayoutId id="2147483666" r:id="rId5"/>
    <p:sldLayoutId id="2147483673" r:id="rId6"/>
    <p:sldLayoutId id="2147483659" r:id="rId7"/>
    <p:sldLayoutId id="2147483660" r:id="rId8"/>
    <p:sldLayoutId id="2147483664" r:id="rId9"/>
    <p:sldLayoutId id="2147483650" r:id="rId10"/>
    <p:sldLayoutId id="2147483652" r:id="rId11"/>
    <p:sldLayoutId id="2147483671" r:id="rId12"/>
    <p:sldLayoutId id="2147483656" r:id="rId13"/>
    <p:sldLayoutId id="2147483657" r:id="rId14"/>
    <p:sldLayoutId id="2147483667" r:id="rId15"/>
    <p:sldLayoutId id="2147483668" r:id="rId16"/>
    <p:sldLayoutId id="2147483669" r:id="rId17"/>
    <p:sldLayoutId id="2147483672" r:id="rId18"/>
    <p:sldLayoutId id="2147483654" r:id="rId19"/>
    <p:sldLayoutId id="2147483674" r:id="rId20"/>
    <p:sldLayoutId id="2147483655" r:id="rId2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kern="1200">
          <a:solidFill>
            <a:schemeClr val="bg1"/>
          </a:solidFill>
          <a:latin typeface="Rockwell" panose="02060603020205020403" pitchFamily="18" charset="0"/>
          <a:ea typeface="+mj-ea"/>
          <a:cs typeface="+mj-cs"/>
        </a:defRPr>
      </a:lvl1pPr>
    </p:titleStyle>
    <p:bodyStyle>
      <a:lvl1pPr marL="266700" indent="-2667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542925" indent="-276225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8096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763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4pPr>
      <a:lvl5pPr marL="1343025" indent="-2667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0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9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hyperlink" Target="https://go.microsoft.com/fwlink/?linkid=2006808&amp;clcid=0x409" TargetMode="External"/><Relationship Id="rId1" Type="http://schemas.openxmlformats.org/officeDocument/2006/relationships/slideLayout" Target="../slideLayouts/slideLayout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 descr="Black wood grain" title="Black wood grain">
            <a:extLst>
              <a:ext uri="{FF2B5EF4-FFF2-40B4-BE49-F238E27FC236}">
                <a16:creationId xmlns="" xmlns:a16="http://schemas.microsoft.com/office/drawing/2014/main" id="{1DFA8E42-E4CC-4EE9-BE99-2FFA2EC79C26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4000" y="146383"/>
            <a:ext cx="11905200" cy="6565233"/>
          </a:xfrm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51999" y="253755"/>
            <a:ext cx="11689201" cy="1773600"/>
          </a:xfrm>
        </p:spPr>
        <p:txBody>
          <a:bodyPr/>
          <a:lstStyle/>
          <a:p>
            <a:pPr algn="ctr"/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Title: PixelAura+</a:t>
            </a: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=""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59999" y="2134728"/>
            <a:ext cx="11581201" cy="4363274"/>
          </a:xfrm>
          <a:ln>
            <a:gradFill>
              <a:gsLst>
                <a:gs pos="0">
                  <a:schemeClr val="tx1">
                    <a:lumMod val="75000"/>
                    <a:lumOff val="25000"/>
                  </a:schemeClr>
                </a:gs>
                <a:gs pos="100000">
                  <a:schemeClr val="accent1"/>
                </a:gs>
              </a:gsLst>
              <a:lin ang="0" scaled="0"/>
            </a:gradFill>
          </a:ln>
        </p:spPr>
        <p:txBody>
          <a:bodyPr/>
          <a:lstStyle/>
          <a:p>
            <a:pPr algn="ctr"/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Name: Ajay Naranbhai Kathi</a:t>
            </a:r>
          </a:p>
          <a:p>
            <a:pPr algn="ctr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Enrolment No : 240220320014</a:t>
            </a:r>
          </a:p>
          <a:p>
            <a:pPr algn="ctr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Branch : MCA(Sem-4)</a:t>
            </a:r>
          </a:p>
          <a:p>
            <a:pPr algn="ctr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Subject : </a:t>
            </a:r>
            <a:r>
              <a:rPr lang="en-IN" sz="2400" dirty="0"/>
              <a:t>: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ndustrial</a:t>
            </a:r>
            <a:r>
              <a:rPr lang="en-IN" sz="2400" b="1" dirty="0" smtClean="0"/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Internship </a:t>
            </a:r>
          </a:p>
          <a:p>
            <a:pPr algn="ctr"/>
            <a:r>
              <a:rPr lang="en-IN" sz="2400" dirty="0"/>
              <a:t>Guide </a:t>
            </a:r>
            <a:r>
              <a:rPr lang="en-IN" sz="2400" dirty="0" smtClean="0"/>
              <a:t>Name : Prof. Sunny Goswami</a:t>
            </a:r>
          </a:p>
          <a:p>
            <a:pPr algn="ctr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University Name : Dr. Shubhash Technical  Campus</a:t>
            </a:r>
          </a:p>
          <a:p>
            <a:pPr algn="ctr"/>
            <a:r>
              <a:rPr lang="en-IN" sz="2400" dirty="0"/>
              <a:t>Academic Year: </a:t>
            </a:r>
            <a:r>
              <a:rPr lang="en-IN" sz="2400" dirty="0" smtClean="0"/>
              <a:t>2025–2026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Submission Date : Feb 28 2026 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99616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Single firework from center" title="Single firework from center">
            <a:extLst>
              <a:ext uri="{FF2B5EF4-FFF2-40B4-BE49-F238E27FC236}">
                <a16:creationId xmlns="" xmlns:a16="http://schemas.microsoft.com/office/drawing/2014/main" id="{34930B1C-247A-4883-98E4-9A2A3441ED27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6853" y="144000"/>
            <a:ext cx="11899494" cy="6060155"/>
          </a:xfrm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53" y="233000"/>
            <a:ext cx="11899494" cy="897300"/>
          </a:xfrm>
        </p:spPr>
        <p:txBody>
          <a:bodyPr/>
          <a:lstStyle/>
          <a:p>
            <a:pPr algn="ctr"/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ubtitle 3">
            <a:extLst>
              <a:ext uri="{FF2B5EF4-FFF2-40B4-BE49-F238E27FC236}">
                <a16:creationId xmlns=""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3" y="1219300"/>
            <a:ext cx="11791147" cy="4851300"/>
          </a:xfrm>
        </p:spPr>
        <p:txBody>
          <a:bodyPr/>
          <a:lstStyle/>
          <a:p>
            <a:pPr algn="ctr"/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About Project </a:t>
            </a:r>
          </a:p>
          <a:p>
            <a:pPr algn="just"/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Pixel Aura+ is a web-based image sharing platform that allows users to create accounts, upload images, like posts, comment on posts, and follow other users.</a:t>
            </a:r>
            <a:b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system simulates the core functionality of modern social media platforms like Instagram</a:t>
            </a:r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/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US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Why The Project </a:t>
            </a:r>
            <a:r>
              <a:rPr lang="en-IN" sz="2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develop?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how social media platforms work internally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real-world web development concepts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practice frontend and backend integration</a:t>
            </a:r>
          </a:p>
          <a:p>
            <a:pPr marL="342900" indent="-342900" algn="just">
              <a:buFont typeface="Wingdings" panose="05000000000000000000" pitchFamily="2" charset="2"/>
              <a:buChar char="v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gain hands-on experience during internship training</a:t>
            </a:r>
          </a:p>
          <a:p>
            <a:endParaRPr lang="en-IN" sz="2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White">
          <a:xfrm>
            <a:off x="11677425" y="6322399"/>
            <a:ext cx="370575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1674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Placeholder 8" descr="Chalk board texture with nothing written on it" title="Chalk board texture with nothing written on it">
            <a:extLst>
              <a:ext uri="{FF2B5EF4-FFF2-40B4-BE49-F238E27FC236}">
                <a16:creationId xmlns="" xmlns:a16="http://schemas.microsoft.com/office/drawing/2014/main" id="{7995DD33-258D-4E3B-8A80-CB864DD5F34B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tretch>
            <a:fillRect/>
          </a:stretch>
        </p:blipFill>
        <p:spPr>
          <a:xfrm>
            <a:off x="146853" y="144000"/>
            <a:ext cx="11899494" cy="6060155"/>
          </a:xfrm>
        </p:spPr>
      </p:pic>
      <p:sp>
        <p:nvSpPr>
          <p:cNvPr id="3" name="Title 2">
            <a:extLst>
              <a:ext uri="{FF2B5EF4-FFF2-40B4-BE49-F238E27FC236}">
                <a16:creationId xmlns="" xmlns:a16="http://schemas.microsoft.com/office/drawing/2014/main" id="{200B3D2B-613A-41BE-987D-E6A1324B45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6852" y="144001"/>
            <a:ext cx="11778447" cy="872000"/>
          </a:xfrm>
        </p:spPr>
        <p:txBody>
          <a:bodyPr/>
          <a:lstStyle/>
          <a:p>
            <a:pPr algn="ctr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Introduction</a:t>
            </a:r>
            <a:endParaRPr lang="en-US" dirty="0"/>
          </a:p>
        </p:txBody>
      </p:sp>
      <p:sp>
        <p:nvSpPr>
          <p:cNvPr id="4" name="Subtitle 3">
            <a:extLst>
              <a:ext uri="{FF2B5EF4-FFF2-40B4-BE49-F238E27FC236}">
                <a16:creationId xmlns="" xmlns:a16="http://schemas.microsoft.com/office/drawing/2014/main" id="{4772945D-CA91-4CFE-8EB7-941C7618C99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6852" y="1134245"/>
            <a:ext cx="11899495" cy="5069910"/>
          </a:xfrm>
        </p:spPr>
        <p:txBody>
          <a:bodyPr/>
          <a:lstStyle/>
          <a:p>
            <a:pPr algn="ctr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It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Solves?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social media systems are complex and difficult for beginners to understand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need a simplified system to learn database relationships and user interaction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a structured learning platform for authentication, posting, and user engagement features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BDD5A594-D852-43BB-B591-E9D9027253B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29180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560F281-4FF6-4617-A809-AC9C15ECF18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1" y="126591"/>
            <a:ext cx="11932414" cy="1219609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5"/>
          </p:nvPr>
        </p:nvSpPr>
        <p:spPr>
          <a:xfrm>
            <a:off x="114301" y="1346200"/>
            <a:ext cx="11932414" cy="4813300"/>
          </a:xfrm>
        </p:spPr>
        <p:txBody>
          <a:bodyPr/>
          <a:lstStyle/>
          <a:p>
            <a:pPr algn="ctr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Problem Exists?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social media platforms are highly complex systems.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involve advanced algorithms, security layers, and large-scale database management.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Beginners find it difficult to understand how such systems work internally.</a:t>
            </a:r>
          </a:p>
          <a:p>
            <a:pPr marL="0" indent="0" algn="ctr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Current Systems Are Complex?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Platforms like Instagram and Facebook operate on large distributed architectures.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use advanced technologies such as AI-based recommendations, cloud infrastructure, and real-time processing.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Their source code and system design are not accessible for educational learning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 algn="ctr">
              <a:buNone/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97466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1C554D9F-1895-486E-BFBA-905BB2D29E0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152400" y="177800"/>
            <a:ext cx="11619600" cy="6862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4"/>
          </p:nvPr>
        </p:nvSpPr>
        <p:spPr>
          <a:xfrm>
            <a:off x="152400" y="864000"/>
            <a:ext cx="11895600" cy="53082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Students Need a Simplified Learning System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need a structured and simplified platform to understand: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Database relationships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CRUD operations</a:t>
            </a:r>
          </a:p>
          <a:p>
            <a:pPr algn="just">
              <a:buFont typeface="Wingdings" panose="05000000000000000000" pitchFamily="2" charset="2"/>
              <a:buChar char="ü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Like, comment, and follow systems</a:t>
            </a:r>
          </a:p>
          <a:p>
            <a:pPr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simplified model helps bridge the gap between theoretical knowledge and practical implementation.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811592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Slide Number Placeholder 7">
            <a:extLst>
              <a:ext uri="{FF2B5EF4-FFF2-40B4-BE49-F238E27FC236}">
                <a16:creationId xmlns="" xmlns:a16="http://schemas.microsoft.com/office/drawing/2014/main" id="{E6AC9832-FB01-464A-9824-61887B77997E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6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19304E83-A4F0-49C5-BB01-F5773509A2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300" y="139700"/>
            <a:ext cx="11657700" cy="724300"/>
          </a:xfrm>
        </p:spPr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Objectives of the Project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="" xmlns:a16="http://schemas.microsoft.com/office/drawing/2014/main" id="{6AB259A0-0017-492F-A0DC-4B70C7052AE0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114300" y="864000"/>
            <a:ext cx="11933700" cy="5308200"/>
          </a:xfrm>
        </p:spPr>
        <p:txBody>
          <a:bodyPr/>
          <a:lstStyle/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build an image sharing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platform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user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implement likes, comments, follow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database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practice full-stack development</a:t>
            </a:r>
          </a:p>
        </p:txBody>
      </p:sp>
    </p:spTree>
    <p:extLst>
      <p:ext uri="{BB962C8B-B14F-4D97-AF65-F5344CB8AC3E}">
        <p14:creationId xmlns:p14="http://schemas.microsoft.com/office/powerpoint/2010/main" val="31888378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7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14300" y="101600"/>
            <a:ext cx="11657700" cy="762400"/>
          </a:xfrm>
        </p:spPr>
        <p:txBody>
          <a:bodyPr/>
          <a:lstStyle/>
          <a:p>
            <a:pPr algn="ctr"/>
            <a:r>
              <a:rPr lang="en-IN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Scope of the Project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14300" y="864000"/>
            <a:ext cx="11933700" cy="53336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Who Can Use It?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Students learning web development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Beginner developers practicing full-stack development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Educational institutions for demonstration purposes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Anyone who wants to understand how social media systems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function</a:t>
            </a:r>
          </a:p>
          <a:p>
            <a:pPr algn="just"/>
            <a:endParaRPr lang="en-US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400" b="1" dirty="0" smtClean="0"/>
              <a:t>Where </a:t>
            </a:r>
            <a:r>
              <a:rPr lang="en-US" sz="2400" b="1" dirty="0"/>
              <a:t>Can It Be Used?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Academic project </a:t>
            </a:r>
            <a:r>
              <a:rPr lang="en-US" sz="2400" dirty="0" smtClean="0"/>
              <a:t>demonstrations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Internship training </a:t>
            </a:r>
            <a:r>
              <a:rPr lang="en-IN" sz="2400" dirty="0" smtClean="0"/>
              <a:t>programs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/>
              <a:t>Web development learning </a:t>
            </a:r>
            <a:r>
              <a:rPr lang="en-IN" sz="2400" dirty="0" smtClean="0"/>
              <a:t>workshops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As a prototype model of platforms like Instagram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648457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8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52400" y="88900"/>
            <a:ext cx="11895600" cy="762000"/>
          </a:xfrm>
        </p:spPr>
        <p:txBody>
          <a:bodyPr/>
          <a:lstStyle/>
          <a:p>
            <a:pPr algn="ctr"/>
            <a:r>
              <a:rPr lang="en-IN" sz="4400" dirty="0"/>
              <a:t>Existing System</a:t>
            </a:r>
            <a:endParaRPr lang="en-IN" sz="4400" dirty="0">
              <a:latin typeface="Times New Roman" panose="02020603050405020304" pitchFamily="18" charset="0"/>
              <a:ea typeface="Tahoma" panose="020B0604030504040204" pitchFamily="34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52400" y="723900"/>
            <a:ext cx="11895600" cy="5448300"/>
          </a:xfrm>
        </p:spPr>
        <p:txBody>
          <a:bodyPr/>
          <a:lstStyle/>
          <a:p>
            <a:pPr algn="just"/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Modern social media platforms such as Instagram and Facebook provide advanced digital communication and content-sharing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services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millions of users worldwide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registration and authentication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and video sharing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Likes, comments, and reactions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Follow / Friend system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notifications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content recommendation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Cloud storage and scalability</a:t>
            </a:r>
          </a:p>
          <a:p>
            <a:pPr algn="just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841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9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7000" y="114300"/>
            <a:ext cx="11920999" cy="762000"/>
          </a:xfrm>
        </p:spPr>
        <p:txBody>
          <a:bodyPr/>
          <a:lstStyle/>
          <a:p>
            <a:pPr algn="ctr"/>
            <a:r>
              <a:rPr lang="en-IN" sz="4400" dirty="0"/>
              <a:t>Existing System</a:t>
            </a:r>
            <a:endParaRPr lang="en-IN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27000" y="876300"/>
            <a:ext cx="11920998" cy="53467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Complexity of Existing Systems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Built on large-scale distributed architectures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advanced algorithms and AI models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 high-level security mechanisms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Operate with massive real-time databases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cloud infrastructure for global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access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Why Pixel Aura+ is Simplified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only on core social media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features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Designed for learning full-stack development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simplified database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Easy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understand structure for students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as an educational prototype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2791900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10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27000" y="127000"/>
            <a:ext cx="11921000" cy="7874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Proposed System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27000" y="914400"/>
            <a:ext cx="11921000" cy="5270500"/>
          </a:xfrm>
        </p:spPr>
        <p:txBody>
          <a:bodyPr/>
          <a:lstStyle/>
          <a:p>
            <a:r>
              <a:rPr lang="en-US" sz="2400" dirty="0"/>
              <a:t>Main modules: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User Registration/Login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Upload Image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Like &amp; Comment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Follow System 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/>
              <a:t>Dark/Light </a:t>
            </a:r>
            <a:r>
              <a:rPr lang="en-US" sz="2400" dirty="0" smtClean="0"/>
              <a:t>Mode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 smtClean="0"/>
              <a:t>Set Profile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smtClean="0"/>
              <a:t>Chat</a:t>
            </a:r>
            <a:endParaRPr lang="en-US" sz="2400" dirty="0"/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16331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11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9700" y="127000"/>
            <a:ext cx="11632300" cy="7370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Architecture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39700" y="864000"/>
            <a:ext cx="11908300" cy="5333600"/>
          </a:xfrm>
        </p:spPr>
        <p:txBody>
          <a:bodyPr/>
          <a:lstStyle/>
          <a:p>
            <a:r>
              <a:rPr lang="en-IN" dirty="0" smtClean="0"/>
              <a:t>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Diagram        </a:t>
            </a:r>
          </a:p>
          <a:p>
            <a:r>
              <a:rPr lang="en-IN" dirty="0" smtClean="0"/>
              <a:t>  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User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Frontend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 HTML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 CSS /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JS)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Backend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(Python With Django )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↓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MySQL </a:t>
            </a:r>
            <a:r>
              <a:rPr lang="en-IN" sz="24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WorkBench</a:t>
            </a:r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87245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12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01600" y="114300"/>
            <a:ext cx="11946400" cy="850900"/>
          </a:xfrm>
        </p:spPr>
        <p:txBody>
          <a:bodyPr/>
          <a:lstStyle/>
          <a:p>
            <a:pPr algn="ctr"/>
            <a:r>
              <a:rPr lang="en-IN" dirty="0"/>
              <a:t>Database Design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203200" y="774700"/>
            <a:ext cx="11844800" cy="5384800"/>
          </a:xfrm>
        </p:spPr>
        <p:txBody>
          <a:bodyPr/>
          <a:lstStyle/>
          <a:p>
            <a:r>
              <a:rPr lang="en-IN" dirty="0" smtClean="0"/>
              <a:t>Use Case          </a:t>
            </a:r>
          </a:p>
          <a:p>
            <a:pPr algn="l"/>
            <a:r>
              <a:rPr lang="en-IN" dirty="0" smtClean="0"/>
              <a:t>Admin                                                            User</a:t>
            </a:r>
            <a:endParaRPr lang="en-IN" dirty="0"/>
          </a:p>
          <a:p>
            <a:pPr algn="l"/>
            <a:endParaRPr lang="en-IN" dirty="0" smtClean="0"/>
          </a:p>
          <a:p>
            <a:pPr algn="l"/>
            <a:endParaRPr lang="en-IN" dirty="0"/>
          </a:p>
          <a:p>
            <a:pPr algn="l"/>
            <a:endParaRPr lang="en-IN" dirty="0" smtClean="0"/>
          </a:p>
          <a:p>
            <a:pPr algn="l"/>
            <a:endParaRPr lang="en-IN" dirty="0"/>
          </a:p>
          <a:p>
            <a:pPr algn="l"/>
            <a:endParaRPr lang="en-IN" dirty="0" smtClean="0"/>
          </a:p>
          <a:p>
            <a:endParaRPr lang="en-IN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3925" y="2133600"/>
            <a:ext cx="5781675" cy="378142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7600" y="1934694"/>
            <a:ext cx="3310400" cy="4306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6340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13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139700" y="139700"/>
            <a:ext cx="11908300" cy="876300"/>
          </a:xfrm>
        </p:spPr>
        <p:txBody>
          <a:bodyPr/>
          <a:lstStyle/>
          <a:p>
            <a:pPr algn="ctr"/>
            <a:r>
              <a:rPr lang="en-IN" dirty="0"/>
              <a:t>Database Design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34"/>
          </p:nvPr>
        </p:nvSpPr>
        <p:spPr>
          <a:xfrm>
            <a:off x="139700" y="850900"/>
            <a:ext cx="11908300" cy="5346700"/>
          </a:xfrm>
        </p:spPr>
        <p:txBody>
          <a:bodyPr/>
          <a:lstStyle/>
          <a:p>
            <a:r>
              <a:rPr lang="en-IN" dirty="0" smtClean="0"/>
              <a:t>Activity Diagram</a:t>
            </a:r>
          </a:p>
          <a:p>
            <a:pPr algn="just"/>
            <a:r>
              <a:rPr lang="en-IN" dirty="0" smtClean="0"/>
              <a:t>User                                                                  Admin</a:t>
            </a:r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 smtClean="0"/>
          </a:p>
          <a:p>
            <a:endParaRPr lang="en-IN" dirty="0"/>
          </a:p>
          <a:p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9699" y="1992158"/>
            <a:ext cx="4345377" cy="4205441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3501" y="1992157"/>
            <a:ext cx="4364500" cy="4223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9836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>
            <a:extLst>
              <a:ext uri="{FF2B5EF4-FFF2-40B4-BE49-F238E27FC236}">
                <a16:creationId xmlns="" xmlns:a16="http://schemas.microsoft.com/office/drawing/2014/main" id="{00A34EBD-7DEA-4599-A81B-0A363A0E17FC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 bwMode="grayWhite"/>
        <p:txBody>
          <a:bodyPr/>
          <a:lstStyle/>
          <a:p>
            <a:fld id="{19B51A1E-902D-48AF-9020-955120F399B6}" type="slidenum">
              <a:rPr lang="en-US" smtClean="0"/>
              <a:pPr/>
              <a:t>14</a:t>
            </a:fld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="" xmlns:a16="http://schemas.microsoft.com/office/drawing/2014/main" id="{623FB4D5-DA14-4F29-9320-2DE0A6B571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" y="139700"/>
            <a:ext cx="11895600" cy="868300"/>
          </a:xfrm>
        </p:spPr>
        <p:txBody>
          <a:bodyPr/>
          <a:lstStyle/>
          <a:p>
            <a:pPr algn="ctr"/>
            <a:r>
              <a:rPr lang="en-US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Technology Stack</a:t>
            </a:r>
          </a:p>
        </p:txBody>
      </p:sp>
      <p:sp>
        <p:nvSpPr>
          <p:cNvPr id="10" name="Content Placeholder 9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MySQL – Data storage and relationship management</a:t>
            </a:r>
          </a:p>
          <a:p>
            <a:pPr marL="0" indent="0" algn="ctr">
              <a:buNone/>
            </a:pPr>
            <a:endParaRPr lang="en-IN" sz="2400" dirty="0" smtClean="0"/>
          </a:p>
          <a:p>
            <a:pPr marL="0" indent="0" algn="ctr">
              <a:buNone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Version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Control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Git – Source code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management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Development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VS Code – Code editor</a:t>
            </a:r>
          </a:p>
          <a:p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Frontend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HTML5 – Structure of the web pages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CSS3 – Styling and layout design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BOOTSTRAP ICON – Modern utility-based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styling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📌 </a:t>
            </a:r>
            <a:r>
              <a:rPr lang="en-US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Backend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(Django Framework) – Server-side logic and request handling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258007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="" xmlns:a16="http://schemas.microsoft.com/office/drawing/2014/main" id="{70202D98-AA1E-41BB-B94E-180311759C13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smtClean="0"/>
              <a:pPr/>
              <a:t>15</a:t>
            </a:fld>
            <a:endParaRPr lang="en-US" dirty="0"/>
          </a:p>
        </p:txBody>
      </p:sp>
      <p:sp>
        <p:nvSpPr>
          <p:cNvPr id="14" name="Title 13">
            <a:extLst>
              <a:ext uri="{FF2B5EF4-FFF2-40B4-BE49-F238E27FC236}">
                <a16:creationId xmlns="" xmlns:a16="http://schemas.microsoft.com/office/drawing/2014/main" id="{F5A5EAFE-3C50-4D2D-8BF5-70AFB2F35E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11. Implementation Screenshots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2041342"/>
            <a:ext cx="5505450" cy="3102341"/>
          </a:xfrm>
        </p:spPr>
      </p:pic>
      <p:pic>
        <p:nvPicPr>
          <p:cNvPr id="5" name="Content Placeholder 4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2000" y="2248789"/>
            <a:ext cx="5587800" cy="2687543"/>
          </a:xfrm>
        </p:spPr>
      </p:pic>
    </p:spTree>
    <p:extLst>
      <p:ext uri="{BB962C8B-B14F-4D97-AF65-F5344CB8AC3E}">
        <p14:creationId xmlns:p14="http://schemas.microsoft.com/office/powerpoint/2010/main" val="66521931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16</a:t>
            </a:fld>
            <a:endParaRPr lang="en-US" noProof="0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432000" y="215900"/>
            <a:ext cx="11379000" cy="648100"/>
          </a:xfrm>
        </p:spPr>
        <p:txBody>
          <a:bodyPr/>
          <a:lstStyle/>
          <a:p>
            <a:pPr algn="ctr"/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 Screenshots</a:t>
            </a:r>
          </a:p>
        </p:txBody>
      </p:sp>
      <p:pic>
        <p:nvPicPr>
          <p:cNvPr id="7" name="Content Placeholder 6"/>
          <p:cNvPicPr>
            <a:picLocks noGrp="1" noChangeAspect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591098"/>
            <a:ext cx="5505450" cy="4002830"/>
          </a:xfrm>
        </p:spPr>
      </p:pic>
      <p:pic>
        <p:nvPicPr>
          <p:cNvPr id="6" name="Content Placeholder 5"/>
          <p:cNvPicPr>
            <a:picLocks noGrp="1" noChangeAspect="1"/>
          </p:cNvPicPr>
          <p:nvPr>
            <p:ph sz="half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1800" y="1840217"/>
            <a:ext cx="5588000" cy="3504591"/>
          </a:xfrm>
        </p:spPr>
      </p:pic>
    </p:spTree>
    <p:extLst>
      <p:ext uri="{BB962C8B-B14F-4D97-AF65-F5344CB8AC3E}">
        <p14:creationId xmlns:p14="http://schemas.microsoft.com/office/powerpoint/2010/main" val="268914115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19B51A1E-902D-48AF-9020-955120F399B6}" type="slidenum">
              <a:rPr lang="en-US" noProof="0" smtClean="0"/>
              <a:pPr/>
              <a:t>17</a:t>
            </a:fld>
            <a:endParaRPr lang="en-US" noProof="0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39700" y="152400"/>
            <a:ext cx="11908300" cy="825500"/>
          </a:xfrm>
        </p:spPr>
        <p:txBody>
          <a:bodyPr/>
          <a:lstStyle/>
          <a:p>
            <a:pPr algn="ctr"/>
            <a:r>
              <a:rPr lang="en-IN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Enhancements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34"/>
          </p:nvPr>
        </p:nvSpPr>
        <p:spPr>
          <a:xfrm>
            <a:off x="139700" y="863600"/>
            <a:ext cx="11908300" cy="5334000"/>
          </a:xfrm>
        </p:spPr>
        <p:txBody>
          <a:bodyPr/>
          <a:lstStyle/>
          <a:p>
            <a:endParaRPr lang="en-IN" dirty="0"/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Mobile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AI-based image filter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Deployment on </a:t>
            </a: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cloud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Saved</a:t>
            </a:r>
          </a:p>
          <a:p>
            <a:pPr marL="571500" indent="-571500" algn="just">
              <a:buFont typeface="Wingdings" panose="05000000000000000000" pitchFamily="2" charset="2"/>
              <a:buChar char="q"/>
            </a:pPr>
            <a:r>
              <a:rPr lang="en-I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Story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8538713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Placeholder 16" descr="Moving fast through a curved tunnel" title="Moving fast through a curved tunnel">
            <a:extLst>
              <a:ext uri="{FF2B5EF4-FFF2-40B4-BE49-F238E27FC236}">
                <a16:creationId xmlns="" xmlns:a16="http://schemas.microsoft.com/office/drawing/2014/main" id="{8F627737-7D1C-4923-A8FA-20DF09D0A29A}"/>
              </a:ext>
            </a:extLst>
          </p:cNvPr>
          <p:cNvPicPr>
            <a:picLocks noGrp="1" noChangeAspect="1"/>
          </p:cNvPicPr>
          <p:nvPr>
            <p:ph type="pic" sz="quarter" idx="13"/>
          </p:nvPr>
        </p:nvPicPr>
        <p:blipFill>
          <a:blip r:embed="rId2"/>
          <a:srcRect t="23" b="23"/>
          <a:stretch>
            <a:fillRect/>
          </a:stretch>
        </p:blipFill>
        <p:spPr/>
      </p:pic>
      <p:sp>
        <p:nvSpPr>
          <p:cNvPr id="13" name="Title 12">
            <a:extLst>
              <a:ext uri="{FF2B5EF4-FFF2-40B4-BE49-F238E27FC236}">
                <a16:creationId xmlns="" xmlns:a16="http://schemas.microsoft.com/office/drawing/2014/main" id="{0C7833EF-F2FC-4C18-9E89-7491D88CF2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4000" y="360000"/>
            <a:ext cx="11905200" cy="871900"/>
          </a:xfrm>
        </p:spPr>
        <p:txBody>
          <a:bodyPr/>
          <a:lstStyle/>
          <a:p>
            <a:pPr algn="ct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design box">
            <a:extLst>
              <a:ext uri="{FF2B5EF4-FFF2-40B4-BE49-F238E27FC236}">
                <a16:creationId xmlns="" xmlns:a16="http://schemas.microsoft.com/office/drawing/2014/main" id="{C9AEF562-1B88-4933-832C-6BD075D10AC6}"/>
              </a:ext>
              <a:ext uri="{C183D7F6-B498-43B3-948B-1728B52AA6E4}">
                <adec:decorative xmlns="" xmlns:adec="http://schemas.microsoft.com/office/drawing/2017/decorative" val="1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4000" y="1346200"/>
            <a:ext cx="11905200" cy="5367800"/>
          </a:xfrm>
        </p:spPr>
        <p:txBody>
          <a:bodyPr/>
          <a:lstStyle/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 </a:t>
            </a:r>
            <a:r>
              <a:rPr lang="en-IN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?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a real-world social media application works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Learned the importance of proper database design and relationships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Improved problem-solving and debugging skills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Gained experience in structuring a full-stack </a:t>
            </a:r>
            <a:r>
              <a:rPr lang="en-US" sz="2400" dirty="0" smtClean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</a:t>
            </a:r>
          </a:p>
          <a:p>
            <a:pPr algn="ctr"/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Knowledge Gained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 development using React / HTML / CSS / Tailwind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 development and API handling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 management (tables, relationships, queries)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Authentication system (login, registration, session handling)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IN" sz="24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Version control using Git and GitHub</a:t>
            </a:r>
            <a:endParaRPr lang="en-IN" sz="2400" dirty="0" smtClean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dirty="0">
              <a:solidFill>
                <a:schemeClr val="bg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36783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419200" y="305000"/>
            <a:ext cx="11353600" cy="723700"/>
          </a:xfrm>
        </p:spPr>
        <p:txBody>
          <a:bodyPr/>
          <a:lstStyle/>
          <a:p>
            <a:pPr algn="ctr"/>
            <a:r>
              <a:rPr lang="en-IN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16Conclusion</a:t>
            </a:r>
            <a:endParaRPr lang="en-IN" sz="4400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34"/>
          </p:nvPr>
        </p:nvSpPr>
        <p:spPr>
          <a:xfrm>
            <a:off x="304800" y="1028700"/>
            <a:ext cx="11595100" cy="5016500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Practical Experience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Faced and resolved technical errors independently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Implemented features like image upload, likes, comments, and follow system</a:t>
            </a:r>
          </a:p>
          <a:p>
            <a:pPr marL="342900" indent="-342900" algn="just">
              <a:buFont typeface="Wingdings" panose="05000000000000000000" pitchFamily="2" charset="2"/>
              <a:buChar char="q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Understood how platforms like Instagram manage user interaction systems</a:t>
            </a:r>
          </a:p>
          <a:p>
            <a:pPr algn="just"/>
            <a:endParaRPr lang="en-IN" sz="24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340601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E98DCA46-603B-4178-8707-30E192CE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432000"/>
            <a:ext cx="11379000" cy="1079300"/>
          </a:xfrm>
        </p:spPr>
        <p:txBody>
          <a:bodyPr/>
          <a:lstStyle/>
          <a:p>
            <a:pPr algn="ctr"/>
            <a:r>
              <a:rPr lang="en-US" sz="4400" dirty="0" smtClean="0"/>
              <a:t> Thank You</a:t>
            </a:r>
            <a:endParaRPr lang="en-US" sz="4400" dirty="0"/>
          </a:p>
        </p:txBody>
      </p:sp>
      <p:sp>
        <p:nvSpPr>
          <p:cNvPr id="8" name="TextBox 7">
            <a:hlinkClick r:id="rId2"/>
            <a:extLst>
              <a:ext uri="{FF2B5EF4-FFF2-40B4-BE49-F238E27FC236}">
                <a16:creationId xmlns="" xmlns:a16="http://schemas.microsoft.com/office/drawing/2014/main" id="{5FC6C278-4035-446A-A94B-030E792FDDF5}"/>
              </a:ext>
            </a:extLst>
          </p:cNvPr>
          <p:cNvSpPr txBox="1"/>
          <p:nvPr/>
        </p:nvSpPr>
        <p:spPr>
          <a:xfrm>
            <a:off x="266700" y="1511300"/>
            <a:ext cx="10756899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“Learning never exhausts the mind.”</a:t>
            </a:r>
          </a:p>
          <a:p>
            <a:r>
              <a:rPr lang="en-US" sz="6000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— Leonardo da Vinci</a:t>
            </a:r>
          </a:p>
          <a:p>
            <a:pPr algn="ctr"/>
            <a:endParaRPr lang="en-US" sz="6000" u="sng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3925" y="3087687"/>
            <a:ext cx="1354818" cy="1611313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5958238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131">
      <a:dk1>
        <a:sysClr val="windowText" lastClr="000000"/>
      </a:dk1>
      <a:lt1>
        <a:srgbClr val="FFFFFF"/>
      </a:lt1>
      <a:dk2>
        <a:srgbClr val="3F3F3F"/>
      </a:dk2>
      <a:lt2>
        <a:srgbClr val="F2F2F2"/>
      </a:lt2>
      <a:accent1>
        <a:srgbClr val="056AFF"/>
      </a:accent1>
      <a:accent2>
        <a:srgbClr val="FF391E"/>
      </a:accent2>
      <a:accent3>
        <a:srgbClr val="A1CC18"/>
      </a:accent3>
      <a:accent4>
        <a:srgbClr val="FFC000"/>
      </a:accent4>
      <a:accent5>
        <a:srgbClr val="1554B2"/>
      </a:accent5>
      <a:accent6>
        <a:srgbClr val="8BB20C"/>
      </a:accent6>
      <a:hlink>
        <a:srgbClr val="056AFF"/>
      </a:hlink>
      <a:folHlink>
        <a:srgbClr val="056AFF"/>
      </a:folHlink>
    </a:clrScheme>
    <a:fontScheme name="Custom 150">
      <a:majorFont>
        <a:latin typeface="Rockwell"/>
        <a:ea typeface=""/>
        <a:cs typeface=""/>
      </a:majorFont>
      <a:minorFont>
        <a:latin typeface="Calibri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gradFill>
          <a:gsLst>
            <a:gs pos="83186">
              <a:schemeClr val="tx1"/>
            </a:gs>
            <a:gs pos="0">
              <a:schemeClr val="accent1">
                <a:alpha val="50000"/>
              </a:schemeClr>
            </a:gs>
            <a:gs pos="46000">
              <a:schemeClr val="accent1">
                <a:lumMod val="50000"/>
                <a:alpha val="90000"/>
              </a:schemeClr>
            </a:gs>
          </a:gsLst>
          <a:lin ang="3600000" scaled="0"/>
        </a:gradFill>
      </a:spPr>
      <a:bodyPr vert="horz" lIns="72000" tIns="180000" rIns="180000" bIns="0" rtlCol="0" anchor="t">
        <a:noAutofit/>
      </a:bodyPr>
      <a:lstStyle>
        <a:defPPr algn="r">
          <a:lnSpc>
            <a:spcPts val="4700"/>
          </a:lnSpc>
          <a:spcBef>
            <a:spcPct val="0"/>
          </a:spcBef>
          <a:defRPr sz="4500">
            <a:solidFill>
              <a:schemeClr val="bg1"/>
            </a:solidFill>
            <a:latin typeface="Rockwell" panose="02060603020205020403" pitchFamily="18" charset="0"/>
            <a:ea typeface="+mj-ea"/>
            <a:cs typeface="+mj-cs"/>
          </a:defRPr>
        </a:defPPr>
      </a:lstStyle>
    </a:spDef>
  </a:objectDefaults>
  <a:extraClrSchemeLst/>
  <a:extLst>
    <a:ext uri="{05A4C25C-085E-4340-85A3-A5531E510DB2}">
      <thm15:themeFamily xmlns:thm15="http://schemas.microsoft.com/office/thememl/2012/main" name="TF00564740_Dark wood presentation_CLR_v3" id="{49638A16-5E55-4B30-AEB1-0A03F30AF386}" vid="{D58A18CD-A37E-4397-8A63-7F191E6C54B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1" ma:contentTypeDescription="Create a new document." ma:contentTypeScope="" ma:versionID="9677210f24a1be23c92c90fd886aa0aa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60e05723c5c1908df1a1a4ebf11d344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94B36EA-CF11-40D0-93CA-F9002F3EA35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0535D37E-7F4E-4FAA-AEBF-D3016C5066C4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A54D3619-0FAE-444B-BDB2-2354531561E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Dark wood presentation</Template>
  <TotalTime>0</TotalTime>
  <Words>747</Words>
  <Application>Microsoft Office PowerPoint</Application>
  <PresentationFormat>Widescreen</PresentationFormat>
  <Paragraphs>175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Arial</vt:lpstr>
      <vt:lpstr>Calibri</vt:lpstr>
      <vt:lpstr>Calibri Light</vt:lpstr>
      <vt:lpstr>Rockwell</vt:lpstr>
      <vt:lpstr>Tahoma</vt:lpstr>
      <vt:lpstr>Times New Roman</vt:lpstr>
      <vt:lpstr>Wingdings</vt:lpstr>
      <vt:lpstr>Office Theme</vt:lpstr>
      <vt:lpstr> Project Title: PixelAura+ </vt:lpstr>
      <vt:lpstr>Project Introduction</vt:lpstr>
      <vt:lpstr>Project Introduction</vt:lpstr>
      <vt:lpstr>Problem Statement</vt:lpstr>
      <vt:lpstr>Problem Statement</vt:lpstr>
      <vt:lpstr> Objectives of the Project</vt:lpstr>
      <vt:lpstr>Scope of the Project</vt:lpstr>
      <vt:lpstr>Existing System</vt:lpstr>
      <vt:lpstr>Existing System</vt:lpstr>
      <vt:lpstr> Proposed System</vt:lpstr>
      <vt:lpstr>System Architecture </vt:lpstr>
      <vt:lpstr>Database Design</vt:lpstr>
      <vt:lpstr>Database Design</vt:lpstr>
      <vt:lpstr> Technology Stack</vt:lpstr>
      <vt:lpstr>11. Implementation Screenshots</vt:lpstr>
      <vt:lpstr> Implementation Screenshots</vt:lpstr>
      <vt:lpstr>Future Enhancements</vt:lpstr>
      <vt:lpstr>Conclusion</vt:lpstr>
      <vt:lpstr>16Conclusion</vt:lpstr>
      <vt:lpstr> Thank You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2026-02-19T15:32:46Z</dcterms:created>
  <dcterms:modified xsi:type="dcterms:W3CDTF">2026-02-26T09:33:55Z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